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9e93f1c5-5db5-b459-d695-fd9192a4b05e}">
          <p14:sldIdLst>
            <p14:sldId id="256"/>
          </p14:sldIdLst>
        </p14:section>
        <p14:section name="正確性證據" id="{a1a0afd0-474a-62c9-eb3a-068a0b5e579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三分鐘展示" id="{6f4dae04-5324-f921-9143-abbcad9825e3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架構與效益" id="{eb6bc1ba-d660-47cf-12b7-5dc660d2ab27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把這個 Excel 拖進來。工具依工作表名稱自動分配成七份資料，每份多少筆都列出來。資料只在瀏覽器裡處理，不會上傳。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幾秒鐘就檢查完。待修正 82 項，依類型分組，先看必須修改的。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點一項看說明：問題是什麼、要怎麼改、依據手冊哪一條。這個建議值是規則算出來的，不是 AI 猜的。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看過依據才按套用，一次只改一筆，改完馬上重新檢查。這一項是起保 45 天就身故，不違反規定但可疑，工具只提醒，不給修改按鈕，交給人判斷。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最後匯出報告：問題數、跟各系統總數的比對和原因，還有稽核紀錄，誰在什麼時候改了什麼都查得到。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972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申報資料檢核助手｜資料為模擬資料，非真實申報資料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申報資料檢核助手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正確性證據表・三分鐘展示流程・架構與分工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數字全部由工具實際執行產生（tools/evidence.js），測試資料為依填報手冊製作、刻意埋入已知錯誤的模擬資料。產生日期：2026-10-28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證據摘要：判得對、不亂改、可核對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資料：samples/dirty（模擬資料）｜錯誤解答 72 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2293544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可判定的解答項目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/ 64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29354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全部檢出，漏報 0 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50876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7984" y="1600200"/>
            <a:ext cx="2293544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7984" y="192024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項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527984" y="2606040"/>
            <a:ext cx="229354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 15・系統總數差額 6・無法解釋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50876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1600200"/>
            <a:ext cx="2293544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正確版資料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192024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項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370168" y="2606040"/>
            <a:ext cx="229354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誤報 0 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191" y="150876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2351" y="1600200"/>
            <a:ext cx="2293544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 21 個建議值後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12351" y="192024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88 → 58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9212351" y="2606040"/>
            <a:ext cx="229354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因修改而新產生的問題 0 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7472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怎麼算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40480"/>
            <a:ext cx="5044288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放入 7 份模擬資料與錯誤解答，由工具逐項對照：檢核編號相同、且保單相同才算檢出。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未判定 8 項不計入分母：5 項解答沒有檢核編號（系統總數時間差，工具列出差額供人工對照）、3 項是預設未啟用的範例自訂規則。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「套用建議值」用工具本身的修改功能，等同每筆都按下「套用建議值」；改完自動重新檢查。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3383280"/>
            <a:ext cx="541004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5888" y="347472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限制（不代表的事）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3840480"/>
            <a:ext cx="5044288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這是模擬資料的結果，不等於真實申報資料的準確率。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「連帶問題」依同一張保單已在解答中判定，沒有逐筆人工確認因果。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規則依據的法規版本狀態為「尚未核實」，正式使用前須由業務單位核對。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證據表（1–15 / 72）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23900_L0802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出生日期 2 月 30 日 (不存在的日期)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23900_L0802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出生日期誤填民國年 (076 年)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24901_L0613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年滿期 T 卻填保險期間 999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25204_L2005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年滿期迄日少算一年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24300_L1904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新契約加保日期 ≠ 保險期間起日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26102_L1503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滿期退保日期 ≠ 保險期間迄日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21800_L3302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幣別填 TWD (代碼表為 NTD)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10400_L3001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通路別填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20300_L0902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性別填 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10400_L0201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保單編號靠右填寫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10400_L0501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保險金額未補前置 0 (以空白補位)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25102_L1703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2004 年後保單分紅類別填 T(強制分紅)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21001_L1803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商品類別編號公司代碼錯誤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臺幣保單原幣保額 ≠ 臺幣保額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30201_L0302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只有一筆資料異動序號卻填 00001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修正後結果：「套用建議值後已消失」= 規則算出正確值，套用後重新檢查已不再出現；「無建議值・人工修正」= 工具無法確定正確值，由人修正原始資料；「有參考值・人工修正原系統」= 對帳或報表資料，工具列出參考值但不修改；「交人工判斷」= 疑似異常，不提供修改。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證據表（16–30 / 72）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30213_L1306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停效後下一筆加保別填 INN 而非 RNN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30107_P0901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同保單兩筆性別不一致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30205_P0502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保額增加(INN)後保額反而較小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被保險人投保年齡 150 歲 (出生日期誤植)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L4403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職業類別 8(拒保) 但職業分類代碼不為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24602_L2703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身障等級 2 但身障類別 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25002_L1233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次標準體原因=1 但體檢類別=1(標準體)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24701_L4501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新契約要保人郵遞區號填 999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22300_L4602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被保險人郵遞區號 000 不存在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25304_L2106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定期壽險還本型態填 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25805_L4202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停效但停(失)效原因填 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26104_L1504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P250007501/A01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退保別 XED 但退保日期不為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10400_L3701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公司保單險種代號含全形字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30301_LD012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疾病死亡(DEA)但給付檔漏報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30312_LD019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給付發生日期與承保退保日期不一致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修正後結果：「套用建議值後已消失」= 規則算出正確值，套用後重新檢查已不再出現；「無建議值・人工修正」= 工具無法確定正確值，由人修正原始資料；「有參考值・人工修正原系統」= 對帳或報表資料，工具列出參考值但不修改；「交人工判斷」= 疑似異常，不提供修改。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證據表（31–45 / 72）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26600_D1002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理賠發生日期早於保險期間起日 (承保退保日期未同步，連帶 30312_LD019)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26904_D1402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外因(意外)死亡，承保退保別卻填 DEA(疾病死亡)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26901_D1402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ICD-10 代碼含小數點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26400_D1803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給付日期早於發生日期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30307_LD013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Z99999999999999/A01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給付資料在承保檔找不到對應保單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30202_L0302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同一筆資料重複填送 (主鍵重複)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資料長度不足 (少一個欄位)；該筆 (P250005901/A01) 無法拆欄，客戶資料會連帶出現 C007「保單不在承保檔」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檔案中間有空白行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復效(RNN)時保額變動，未以保額增加(INN)申報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P24LOST0001/A01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上年度期末有效保單，本年度漏報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本年度期初保額 ≠ 上年度期末保額 (上年度末增額未申報)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本年度以持續有效(XED)申報，但上年度申報檔無此保單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6/30 給付，理賠系統以入帳日計入 7 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 (相互抵銷)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12/30 給付，理賠系統計入次年 1 月 (跨年度)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修正後結果：「套用建議值後已消失」= 規則算出正確值，套用後重新檢查已不再出現；「無建議值・人工修正」= 工具無法確定正確值，由人修正原始資料；「有參考值・人工修正原系統」= 對帳或報表資料，工具列出參考值但不修改；「交人工判斷」= 疑似異常，不提供修改。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證據表（46–60 / 72）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保單管理系統外幣保單以原幣加總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新契約系統多 1 件 285 萬元，申報漏報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應付保險給付與給付明細差一筆 12/30 給付 (會計次年入帳)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責任準備金期末餘額數字對調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連帶造成資產負債表不平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 IFRS 9 後已停用之「備供出售金融資產」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科目代號誤植 (1401 → 1410)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投保年齡 78 歲承保終身壽險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新契約保額 4,000 萬元未體檢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死亡給付在事故後 120 天才給付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20230910 起保仍使用 2014 年底停售的舊版代號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P250007301/A01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商品代號第 10、11 碼對調（201141M11WA9900）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被保險人證號檢查碼錯誤 (J195366528)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要保人郵遞區號 813 與臺北市中正區地址不符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同一證號 S272264127 姓名不同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修正後結果：「套用建議值後已消失」= 規則算出正確值，套用後重新檢查已不再出現；「無建議值・人工修正」= 工具無法確定正確值，由人修正原始資料；「有參考值・人工修正原系統」= 對帳或報表資料，工具列出參考值但不修改；「交人工判斷」= 疑似異常，不提供修改。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證據表（61–72 / 72）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同一證號 R281813824 出生日期不同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同一保單內同一證號出生日期不同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承保保單沒有客戶資料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Z88888888888888/A01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客戶資料的保單不在承保檔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承保檔出生日期不合法，客戶資料有正確值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承保檔出生日期為民國年，客戶資料有正確值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承保檔性別代碼錯誤，客戶資料有正確值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身份為本人，但要保人與被保險人證號不同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新契約投保年齡 86 歲（出生 19390901）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應繳總保費合計只有同商品正常水準的 1/10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P250009001/A01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20250527 起保，45 天後（20250711）疾病身故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與保單 P250006501 為同一被保險人：20250218 先領生命末期提前給付，60 天後（20250419）身故給付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修正後結果：「套用建議值後已消失」= 規則算出正確值，套用後重新檢查已不再出現；「無建議值・人工修正」= 工具無法確定正確值，由人修正原始資料；「有參考值・人工修正原系統」= 對帳或報表資料，工具列出參考值但不修改；「交人工判斷」= 疑似異常，不提供修改。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解答以外的問題（1–11 / 21）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不在解答裡的問題全部列出，讓評審自行核對是否為誤報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914400"/>
                <a:gridCol w="5879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工具訊息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F004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P250005301/A01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含全形字或中文字 (限使用英數型態半形資料)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30212_L1305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加保別=INN，但上一筆退保別為 LNN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30205_P0502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保額增加(INN)後保額應大於上一筆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K0001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主鍵重複：與第 75 行保單號碼與異動序號相同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30212_L1305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加保別 XED(期初有效) 只能是保單的第一筆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30228_P1504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退保別=EOY(期末有效)應為保單最後一筆異動，但其後仍有資料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10400_D1401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死亡及完全失能原因(ICD-10-CM)含不允許的字元：「C22.0」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30312_LD019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P250003001/A01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承保退保日期 20250920 與給付發生日期 20210413 不相等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30309_LD012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P250005001/A01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疾病死亡之應給付金額與承保檔疾病身故保險金不同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承保檔被保險人身份為本人(1)，但要保人 黃建宏(J195366527) 與被保險人 黃建宏(J195366528) 證號不同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P250001601/A01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被保險人出生日期：承保檔為 19640301，客戶資料為 19650301（蕭宗翰）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解答以外的問題（12–21 / 21）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不在解答裡的問題全部列出，讓評審自行核對是否為誤報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914400"/>
                <a:gridCol w="5879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工具訊息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P250001701/A01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被保險人性別：承保檔為 1，客戶資料為 2（廖建宏）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 P250005901/A01 上年度期末為有效保單，本年度申報檔查無資料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P250002701/A01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期初保額 30,000,000 元 ≠ 上年度期末保額 3,000,000 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2025-06：時間差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2025-07：時間差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2025-12：時間差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2026-01：時間差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保單管理系統 期末有效件數/保額 2025：定義差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新契約系統 新契約件數/保額 2025-03：待查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客戶資料的保單 P250005901/A01 在承保檔中不存在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三分鐘展示流程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固定路線，每一步都用同一份試用資料（一個 Excel 檔，7 張工作表）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36003" cy="233172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1213043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0:00–0:25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12848"/>
            <a:ext cx="1761683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上傳資料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1761683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拖入一個 Excel；工具辨識 7 種資料。資料只在瀏覽器裡處理。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13243" y="1463040"/>
            <a:ext cx="2036003" cy="233172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6123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6123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4763" y="1691640"/>
            <a:ext cx="1213043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0:25–1:00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50403" y="2212848"/>
            <a:ext cx="1761683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找到問題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950403" y="2651760"/>
            <a:ext cx="1761683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82 項待處理，依類型分組；先看「必須修改」。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7846" y="1463040"/>
            <a:ext cx="2036003" cy="233172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0726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072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09366" y="1691640"/>
            <a:ext cx="1213043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1:00–1:40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5006" y="2212848"/>
            <a:ext cx="1761683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說明依據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215006" y="2651760"/>
            <a:ext cx="1761683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點一項：問題、怎麼改、依據的手冊條文與檢核編號。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42449" y="1463040"/>
            <a:ext cx="2036003" cy="233172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329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25329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73969" y="1691640"/>
            <a:ext cx="1213043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1:40–2:30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79609" y="2212848"/>
            <a:ext cx="1761683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確認修正或交人工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479609" y="2651760"/>
            <a:ext cx="1761683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有建議值的看過後套用；疑似異常只標示，交人工判斷。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7052" y="1463040"/>
            <a:ext cx="2036003" cy="233172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9932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8993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338572" y="1691640"/>
            <a:ext cx="1213043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2:30–3:00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44212" y="2212848"/>
            <a:ext cx="1761683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匯出報告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744212" y="2651760"/>
            <a:ext cx="1761683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檢查報告、問題清單、改好的資料、稽核紀錄。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16052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展示時要講的三句話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4572000"/>
            <a:ext cx="5044288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判斷由規則引擎做，每個問題都對得到手冊條文。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工具不會自動改資料：每個修改都要有人看過依據。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看起來不合理但沒有違規的，只提醒，交給人判斷。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15888" y="416052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不要展示的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415888" y="4572000"/>
            <a:ext cx="5044288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功能（需連網、結果會變動；三分鐘內不展示）。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規則更新與主管核可（另附說明）。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1｜上傳資料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0:00–0:25</a:t>
            </a:r>
            <a:endParaRPr lang="en-US" sz="1400" dirty="0"/>
          </a:p>
        </p:txBody>
      </p:sp>
      <p:pic>
        <p:nvPicPr>
          <p:cNvPr id="4" name="Image 0" descr="工具畫面：上傳資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41732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把試用資料 Excel 拖進上方框。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工具依工作表名稱分配成 7 份資料，列出每份的筆數；「說明」「錯誤解答」不是申報資料，標示「沒有使用」。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資料只在瀏覽器裡讀取與檢查，不上傳伺服器。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2｜找到問題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0:25–1:00</a:t>
            </a:r>
            <a:endParaRPr lang="en-US" sz="1400" dirty="0"/>
          </a:p>
        </p:txBody>
      </p:sp>
      <p:pic>
        <p:nvPicPr>
          <p:cNvPr id="4" name="Image 0" descr="工具畫面：找到問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41732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上方三張卡片：資料正確比例、待修正 82 項、有建議值的數量。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清單依「格式錯誤／內容矛盾／檔案對不上／總數不符／需人工判斷」分組。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3｜說明依據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1:00–1:40</a:t>
            </a:r>
            <a:endParaRPr lang="en-US" sz="1400" dirty="0"/>
          </a:p>
        </p:txBody>
      </p:sp>
      <p:pic>
        <p:nvPicPr>
          <p:cNvPr id="4" name="Image 0" descr="工具畫面：說明依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41732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點「年滿期 20 年，迄日應為起日+20年-1天」。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右側三段：問題、怎麼改（建議值 20321117）、依據（檢核編號 25204_L2005）。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建議值由規則計算，不是 AI 產生。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4｜確認修正或交人工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1:40–2:30</a:t>
            </a:r>
            <a:endParaRPr lang="en-US" sz="1400" dirty="0"/>
          </a:p>
        </p:txBody>
      </p:sp>
      <p:pic>
        <p:nvPicPr>
          <p:cNvPr id="4" name="Image 0" descr="工具畫面：確認修正或交人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41732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看過依據後按「套用建議值」：只改這一筆並重新檢查（畫面顯示「已修改 1 個地方，問題從 82 個減為 81 個」）。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再點「保險期間起日後 45 天即發生身故」：標示「請人工判斷」，沒有修改按鈕——不違規但可疑，交給核保／理賠人員。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5｜匯出報告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2:30–3:00</a:t>
            </a:r>
            <a:endParaRPr lang="en-US" sz="1400" dirty="0"/>
          </a:p>
        </p:txBody>
      </p:sp>
      <p:pic>
        <p:nvPicPr>
          <p:cNvPr id="4" name="Image 0" descr="工具畫面：匯出報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41732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檢查報告列出資料來源、各類問題數、系統總數比對與原因（結帳日不同、算法不同、需要追查）。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可下載：檢查報告、問題清單（Excel）、改好的資料、稽核紀錄（誰改了什麼）。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架構與分工：誰負責判斷、誰負責決定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判斷對錯只由規則引擎做；AI 只負責說明與整理，結論要經規則引擎重算；修改與規則變更由人決定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4846320"/>
          </a:xfrm>
          <a:prstGeom prst="roundRect">
            <a:avLst>
              <a:gd name="adj" fmla="val 188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使用者的瀏覽器（資料不離開這裡）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47672"/>
            <a:ext cx="11521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1152144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TXT／CSV／Excel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2888" y="1901952"/>
            <a:ext cx="220370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規則引擎（判斷）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286000"/>
            <a:ext cx="2203704" cy="1435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壽險手冊檢查 256 條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主檔比對、跨系統對帳、財報勾稽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同樣資料永遠同樣結果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每個問題附檢核編號與條文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能確定正確值時給建議值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1901952"/>
            <a:ext cx="2066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人（決定）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2286000"/>
            <a:ext cx="2066544" cy="1435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逐筆確認後套用建議值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判斷「請人工判斷」項目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決定是否送出給 AI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主管簽章核可規則更新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416052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2888" y="4233672"/>
            <a:ext cx="220370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32888" y="4617720"/>
            <a:ext cx="2203704" cy="1389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檢查報告、問題清單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改好的資料（原檔不動）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稽核紀錄：誰、何時、改了什麼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416052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76088" y="4233672"/>
            <a:ext cx="2066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送出前的關卡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4617720"/>
            <a:ext cx="2066544" cy="1389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遮蔽身分證、姓名、電話等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顯示內容，使用者確認才送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只送允許清單內的網址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可切換「完全離線」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1417320"/>
            <a:ext cx="3733495" cy="4846320"/>
          </a:xfrm>
          <a:prstGeom prst="roundRect">
            <a:avLst>
              <a:gd name="adj" fmla="val 195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9288" y="1490472"/>
            <a:ext cx="3514039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AI：Claude（選用，說明與整理）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19288" y="1874520"/>
            <a:ext cx="3514039" cy="43159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claude.ai 線上版，用開啟者自己的帳號，不需金鑰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白話解釋單一問題、整理重點、看懂退件通知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把法規文件轉成規則草稿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不判斷對錯、不修改資料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說的筆數、建議值都由規則引擎重算驗證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轉換的規則要主管核可才會套用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回覆以純文字顯示，不執行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送出前遮蔽個資、顯示完整內容讓使用者確認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可切換「完全離線」，完全不連外部網站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部署者另可改接公司自建 AI 平台（Dify）作為來源，屬部署設定、非使用者介面；未在正式環境實測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2788920"/>
            <a:ext cx="3200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3794760"/>
            <a:ext cx="0" cy="365760"/>
          </a:xfrm>
          <a:prstGeom prst="line">
            <a:avLst/>
          </a:prstGeom>
          <a:noFill/>
          <a:ln w="22225">
            <a:solidFill>
              <a:srgbClr val="92400E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4846320" y="3794760"/>
            <a:ext cx="320040" cy="3657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52360" y="3749040"/>
            <a:ext cx="457200" cy="0"/>
          </a:xfrm>
          <a:prstGeom prst="line">
            <a:avLst/>
          </a:prstGeom>
          <a:noFill/>
          <a:ln w="22225">
            <a:solidFill>
              <a:srgbClr val="92400E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效益與驗證程度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分三個層次標示，避免把估算或未驗證的說成已實測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058058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58058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模擬資料：可判定 64 項錯誤全部檢出，漏報 0。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正確版資料誤報 0 項；解答以外 21 項皆可歸為連帶或系統總數差額。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 21 個建議值後問題 88 → 58，新產生 0 項。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自動化測試（2026-10-28 執行）：單元 139 項、瀏覽器 15 組全數通過。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00200"/>
            <a:ext cx="3058058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合理估算（未實測）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148840"/>
            <a:ext cx="3058058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人工逐欄核對改為只看工具列出的問題，可縮短檢核時間；實際節省幅度須在真實作業中量測。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退件前先找出必須修改的問題，可望減少退件往返次數。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797" y="146304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1600200"/>
            <a:ext cx="3058058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尚未驗證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148840"/>
            <a:ext cx="3058058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真實公司申報資料的準確率。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Claude 模型的回應品質與提示注入防護。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正式部署環境（安全政策、代理伺服器、正式金鑰簽章）。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法規條文版本的業務核實。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申報資料檢核助手｜正確性證據與三分鐘展示</dc:title>
  <dc:subject>PptxGenJS Presentation</dc:subject>
  <dc:creator>PptxGenJS</dc:creator>
  <cp:lastModifiedBy>PptxGenJS</cp:lastModifiedBy>
  <cp:revision>1</cp:revision>
  <dcterms:created xsi:type="dcterms:W3CDTF">2026-10-28T07:37:12Z</dcterms:created>
  <dcterms:modified xsi:type="dcterms:W3CDTF">2026-10-28T07:37:12Z</dcterms:modified>
</cp:coreProperties>
</file>